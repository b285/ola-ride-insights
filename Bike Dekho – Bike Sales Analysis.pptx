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2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23E6A-07CD-7664-937A-8072647954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ECBEA-366F-6AB8-CDBB-A7613D3FC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E2DFA-8E50-CDBC-243D-82AEC7F71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6971-DDB3-404F-9AA4-81D28C9BB8E1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ACD3C-EE1C-528C-16CA-60271B00B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6BF70-975F-58C7-EC7F-8267EE144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85856-BE3F-439A-B80E-63264AA58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66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63A5-094E-CBDA-F78B-882A9A01D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B9023-9AA6-F509-D442-204103780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DFE77-BF95-080D-38FC-1EEFF4F36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6971-DDB3-404F-9AA4-81D28C9BB8E1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DF7A4-0A09-BC70-7BB0-7F5509D44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7403D-BE92-6E05-5B09-0F0DB585F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85856-BE3F-439A-B80E-63264AA58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999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63219-15F2-49ED-60D2-1EF52CB87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D28B2-B848-3071-6996-2158C090D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BAAAF-8598-B042-8AF5-F23D6662A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6971-DDB3-404F-9AA4-81D28C9BB8E1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9385A-A5D2-2AD6-D47A-EA00BE12F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01B1C-4FC5-776D-AAC3-D30B59D06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85856-BE3F-439A-B80E-63264AA58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921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B5FA3-9499-8F25-3A5D-0001AA81A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5E144-9A1E-66D8-8FE4-9DF13CA3DE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C22B9-B257-54F3-B88F-5EC19EF21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2CF03-CBD0-7A8A-C753-E4BA450F4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6971-DDB3-404F-9AA4-81D28C9BB8E1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0E10E-994F-72D0-32BA-36DA81788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89301-FEC5-C6D8-EFC3-3D8EB45B3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85856-BE3F-439A-B80E-63264AA58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013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EBEBB-A9A0-F7B6-4200-53126BC7A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8133-39BC-808F-1C91-E4FF54F8C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689E8-E7B0-324E-C8EE-5A02464E5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791BF1-5CFB-AC4E-61EC-C37B84495A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2348C5-7FB2-FC65-8F0C-0FFCD4BFFB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C545C3-8D13-5216-E7E0-E50B6136D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6971-DDB3-404F-9AA4-81D28C9BB8E1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490E0F-7C58-346C-27A8-0BF24986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6370F3-A0A5-15D8-373A-A36D0CD3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85856-BE3F-439A-B80E-63264AA58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813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11765-898F-0729-C24C-8C26B0673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5E524F-44F7-E3AD-A903-0512727F2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6971-DDB3-404F-9AA4-81D28C9BB8E1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196C8D-B618-4413-D9FC-3CFD3531E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89D7B5-C1FE-0943-3B7F-BEEEA0F28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85856-BE3F-439A-B80E-63264AA58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759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462851-4A39-2A73-B31D-8EDE0D02A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6971-DDB3-404F-9AA4-81D28C9BB8E1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C5F12F-DEDB-0118-D61E-6F803D9E3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C11ED-48EB-A579-2BE1-E76DDD483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85856-BE3F-439A-B80E-63264AA58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56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59AEB-1D5D-D585-DB34-1502FF3DF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87DF5-ABD2-1D50-5587-77536B06A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090FA-C11A-E0C6-D427-8013C0741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6E7B8F-407B-F052-5D92-30F2A9CBB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6971-DDB3-404F-9AA4-81D28C9BB8E1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F7A52B-F060-818D-B713-AA4E6EB1D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3760C-6FB2-8046-C88D-19E6C9553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85856-BE3F-439A-B80E-63264AA58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134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C49F0-74E8-6894-FBC4-890D835F8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4BE948-AEC6-7116-3C79-53F7D83B10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DDAC95-3AF7-D215-4016-AD5BFB8122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D2010F-C0E7-DB94-2AA0-8BD660BBC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6971-DDB3-404F-9AA4-81D28C9BB8E1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FFF05-4672-07BD-AB32-E253C189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3DFA4-8A0B-E4BE-E924-16189F934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85856-BE3F-439A-B80E-63264AA58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962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864BE-0957-F825-349B-AC12FC7F0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9EAC6C-86C7-D2A5-2A09-FE4FD4113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A22F3-E0D8-B7C7-3F0F-047DC32EE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6971-DDB3-404F-9AA4-81D28C9BB8E1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953BF-ACA2-F0B4-F3CC-3A847EE1E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75670-E77F-8B16-E8E1-40A08BBE5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85856-BE3F-439A-B80E-63264AA58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822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C9930A-EDC2-44DD-1490-50820502F6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6759C5-3B1A-9DF1-D839-FD015033E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465D7-2CE0-DCF9-575B-62A351923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6971-DDB3-404F-9AA4-81D28C9BB8E1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E3A02-C5D5-1443-2B8E-09384978C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DA746-3701-98D5-A57B-B6E5592AE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85856-BE3F-439A-B80E-63264AA58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275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1427BA-258E-2F69-E75E-D698587F9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EDF9F-0182-CCAB-6D1A-FC7138D4D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B7BFD-DF59-D183-C5DB-A7138E4D95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2C6971-DDB3-404F-9AA4-81D28C9BB8E1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4F06D-761D-184D-E731-4B70C4798E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BC2ED-17CC-C80C-BDE1-1FEF58E1C2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385856-BE3F-439A-B80E-63264AA58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780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B9EF6-61EF-1645-3272-A059A3D5F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10343"/>
            <a:ext cx="9144000" cy="1925637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Bike Dekho – Bike Sales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5E567E-0909-ABDF-2293-4225063654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60370"/>
            <a:ext cx="9144000" cy="1687287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Excel Data Analytics Project</a:t>
            </a:r>
          </a:p>
          <a:p>
            <a:r>
              <a:rPr lang="en-US" sz="22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Tools: Microsoft Excel</a:t>
            </a:r>
          </a:p>
          <a:p>
            <a:endParaRPr lang="en-US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Prepared by: </a:t>
            </a:r>
            <a:r>
              <a:rPr lang="en-IN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Binjal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 Patel</a:t>
            </a:r>
          </a:p>
          <a:p>
            <a:endParaRPr lang="en-US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495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F061E-7ABB-9B8F-2038-F5D42BACE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9D1A5-993A-688B-E93E-0025084A4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Hands-on Excel project analyzing bike sales trends.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Focus on data cleaning, EDA, visualization &amp; dashboarding.</a:t>
            </a: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To uncover key patterns in customer demographics, bike preferences, and sales performance.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To create an interactive and insightful dashboard for decision-makers.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010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184D4-A3C7-4231-9C9B-4C2F1B167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ECEE6-04A7-2E65-D438-96D5AFA76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Clean and organize raw sales data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Perform EDA using Excel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Identify customer &amp; sales patterns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Build an interactive dashboard</a:t>
            </a:r>
          </a:p>
        </p:txBody>
      </p:sp>
    </p:spTree>
    <p:extLst>
      <p:ext uri="{BB962C8B-B14F-4D97-AF65-F5344CB8AC3E}">
        <p14:creationId xmlns:p14="http://schemas.microsoft.com/office/powerpoint/2010/main" val="1860720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1F9B4-10FB-D4D5-6966-DCEB3056F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Data Cleaning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BF328-1EBD-EA02-6B18-66DBD71C9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Removed duplicates &amp; handled missing values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Standardized date, currency &amp; text formats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Created calculated columns (Age, Profit, Margin)</a:t>
            </a:r>
          </a:p>
        </p:txBody>
      </p:sp>
    </p:spTree>
    <p:extLst>
      <p:ext uri="{BB962C8B-B14F-4D97-AF65-F5344CB8AC3E}">
        <p14:creationId xmlns:p14="http://schemas.microsoft.com/office/powerpoint/2010/main" val="514953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572F-96C4-B377-D17B-BCE3EC7E7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22FDF-93C8-1613-6D81-E15D04F0D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Sales by gender, region, category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Bike preference by demographics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Income &amp; occupation impact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Functions used: SUMIFS, COUNTIFS, IF, VLOOKUP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447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115AE-1A10-24DC-A977-65D403AC9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Dashboard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6ABDD-0B90-C2F5-0D5E-29BD3F9FC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KPIs: Total Sales, Units Sold, Avg Income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Segmentation by region &amp; gender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Clean executive-style layout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782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4984ED-ABC5-28A9-9CE3-5BDAE2880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99" y="585611"/>
            <a:ext cx="10410802" cy="568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821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EE0DF-B196-074E-01DC-BF7CF20BD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Key Visuals from Excel Dashboard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792273-9109-78A1-F113-F7B76641F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715" y="1970235"/>
            <a:ext cx="4335348" cy="19375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1604C9-8BBF-4A68-CC38-41B4EAB61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596" y="4323450"/>
            <a:ext cx="6934808" cy="2169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425684-509F-015A-CEC0-7F5A34677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2520" y="1970235"/>
            <a:ext cx="6140766" cy="216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522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65749D-B86A-F993-AD92-C4A488B7A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03" y="859973"/>
            <a:ext cx="11146593" cy="480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270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82454-1981-4F8A-F1C7-74A48E926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F9F20-66CF-29C7-D9FE-9B393CA05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Married males (30–45) are top buyers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Mountain bikes most popular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Western region leads sales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Income strongly affects buying behavior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941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3EC57-0B70-9DCB-1642-20D678B95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C0534-59DE-5204-ACD8-7BC0DE5DE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showcases Excel as a powerful BI tool</a:t>
            </a:r>
          </a:p>
          <a:p>
            <a:r>
              <a:rPr lang="en-US" dirty="0"/>
              <a:t>for business-driven decision making.</a:t>
            </a:r>
          </a:p>
        </p:txBody>
      </p:sp>
    </p:spTree>
    <p:extLst>
      <p:ext uri="{BB962C8B-B14F-4D97-AF65-F5344CB8AC3E}">
        <p14:creationId xmlns:p14="http://schemas.microsoft.com/office/powerpoint/2010/main" val="1656654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205</Words>
  <Application>Microsoft Office PowerPoint</Application>
  <PresentationFormat>Widescreen</PresentationFormat>
  <Paragraphs>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Bike Dekho – Bike Sales Analysis</vt:lpstr>
      <vt:lpstr>Project Overview</vt:lpstr>
      <vt:lpstr>Project Objectives</vt:lpstr>
      <vt:lpstr>Data Cleaning &amp; Preprocessing</vt:lpstr>
      <vt:lpstr>Exploratory Data Analysis</vt:lpstr>
      <vt:lpstr>Dashboard Highlights</vt:lpstr>
      <vt:lpstr>PowerPoint Presentation</vt:lpstr>
      <vt:lpstr>Key Visuals from Excel Dashboard</vt:lpstr>
      <vt:lpstr>PowerPoint Presentation</vt:lpstr>
      <vt:lpstr>Key Business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Binal Patel</dc:creator>
  <cp:lastModifiedBy>Binal Patel</cp:lastModifiedBy>
  <cp:revision>13</cp:revision>
  <dcterms:created xsi:type="dcterms:W3CDTF">2026-02-08T15:11:00Z</dcterms:created>
  <dcterms:modified xsi:type="dcterms:W3CDTF">2026-02-09T15:55:43Z</dcterms:modified>
</cp:coreProperties>
</file>